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embeddedFontLst>
    <p:embeddedFont>
      <p:font typeface="Instrument Sans Medium" panose="020B0604020202020204" charset="0"/>
      <p:regular r:id="rId14"/>
    </p:embeddedFont>
    <p:embeddedFont>
      <p:font typeface="Open Sans" panose="020F0502020204030204" pitchFamily="34" charset="0"/>
      <p:regular r:id="rId15"/>
    </p:embeddedFont>
    <p:embeddedFont>
      <p:font typeface="Open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74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&amp; Full Adder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Logic Design with Logisim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47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Are Adders?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6885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Adders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combinational digital circuits that perform binary addition — the foundation of all arithmetic in computing.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486323"/>
            <a:ext cx="3053877" cy="1996380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50482" y="2675334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84016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</a:t>
            </a:r>
            <a:r>
              <a:rPr lang="en-US" sz="14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two 1-bit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binary numbers, producing a Sum and a Carry output.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486323"/>
            <a:ext cx="3053976" cy="1996380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093366" y="2675334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Adder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3084016"/>
            <a:ext cx="26759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</a:t>
            </a:r>
            <a:r>
              <a:rPr lang="en-US" sz="14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three 1-bit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inputs — including a carry-in from a previous stage — enabling multi-bit arithmetic.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671715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50482" y="486072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Logisim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269409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circuits can be </a:t>
            </a:r>
            <a:r>
              <a:rPr lang="en-US" sz="14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designed and tested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interactively using the Logisim simulation environment.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17550"/>
            <a:ext cx="6913390" cy="39176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3400" y="1635919"/>
            <a:ext cx="352307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Basics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8013400" y="2909491"/>
            <a:ext cx="35230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Half Adder is the simplest binary addition circuit, operating on just two 1-bit inputs.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08860"/>
            <a:ext cx="2592620" cy="131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3923" y="5205115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933923" y="5581650"/>
            <a:ext cx="212392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and B — two 1-bit binary numbers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183" y="5008860"/>
            <a:ext cx="2592620" cy="1318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92631" y="5205115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3692631" y="5581650"/>
            <a:ext cx="2123923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 (S) and Carry (C)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892" y="5008860"/>
            <a:ext cx="2592620" cy="1318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51339" y="5205115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Logic Expressions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451339" y="5581650"/>
            <a:ext cx="212392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Sum = A XOR B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EC489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Carry = A AND B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7600" y="5008860"/>
            <a:ext cx="2592620" cy="1318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10048" y="5205115"/>
            <a:ext cx="212392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Components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9210048" y="5581650"/>
            <a:ext cx="2123923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XOR gate + 1 AND gate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82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Truth Table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69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both inputs are 1, the result is binary 10: Sum = 0 and Carry = 1.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24634"/>
          <a:ext cx="5203796" cy="2734995"/>
        </p:xfrm>
        <a:graphic>
          <a:graphicData uri="http://schemas.openxmlformats.org/drawingml/2006/table">
            <a:tbl>
              <a:tblPr/>
              <a:tblGrid>
                <a:gridCol w="1300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Sum (S)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Carry (C)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C489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C489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2776" y="260102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4" name="Text 3"/>
          <p:cNvSpPr/>
          <p:nvPr/>
        </p:nvSpPr>
        <p:spPr>
          <a:xfrm>
            <a:off x="6332776" y="308530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Half Adder correctly handles all four possible input combinations for two binary digits.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3902770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195862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024" y="4120059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+ 1 in binary = </a:t>
            </a: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Sum stays 0 and the overflow is captured as Carry = 1.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32776" y="515481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4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XOR gate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computes the Sum, while the </a:t>
            </a:r>
            <a:r>
              <a:rPr lang="en-US" sz="1450" b="1" dirty="0">
                <a:solidFill>
                  <a:srgbClr val="EC489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AND gate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detects when both bits are 1, generating the Carry.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575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Building a Half Adder in Logisim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21172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 these six steps to construct and verify your Half Adder circuit: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397099"/>
            <a:ext cx="10779153" cy="4648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583" y="5163907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Wire AND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408790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Set Sum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302276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Wire XOR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194675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Place Inputs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145907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wiring, toggle A and B through all four combinations (00, 01, 10, 11) to verify outputs match the truth table.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4789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Adder Basics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1302841"/>
            <a:ext cx="629686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Full Adder extends the Half Adder by accepting a </a:t>
            </a: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carry-in (Cin)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a previous addition stage — making multi-bit addition possible.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999952"/>
            <a:ext cx="6296860" cy="964406"/>
          </a:xfrm>
          <a:prstGeom prst="roundRect">
            <a:avLst>
              <a:gd name="adj" fmla="val 266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404608" y="2171204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4608" y="2531864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A, B, and </a:t>
            </a: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Cin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(carry from previous stage)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3119537"/>
            <a:ext cx="6296860" cy="964406"/>
          </a:xfrm>
          <a:prstGeom prst="roundRect">
            <a:avLst>
              <a:gd name="adj" fmla="val 266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404608" y="3290788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04608" y="3651448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 and </a:t>
            </a: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Cout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(carry output to next stage)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239121"/>
            <a:ext cx="6296860" cy="964406"/>
          </a:xfrm>
          <a:prstGeom prst="roundRect">
            <a:avLst>
              <a:gd name="adj" fmla="val 266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404608" y="4410373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Sum Logic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04608" y="4771033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Sum = A XOR B XOR Cin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358705"/>
            <a:ext cx="6296860" cy="964406"/>
          </a:xfrm>
          <a:prstGeom prst="roundRect">
            <a:avLst>
              <a:gd name="adj" fmla="val 266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404608" y="5529957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Carry Logic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404608" y="5890617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Cout = AB + Cin(A XOR B)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99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Adder Truth Table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19920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8 possible input combinations for A, B, and Cin — with resulting Sum and Cout: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81386"/>
          <a:ext cx="10868745" cy="4429806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Cin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Sum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Cout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EC489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EC489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EC489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FBFB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6366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EC489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63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Building a Full Adder in Logisim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39242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 Full Adder can be elegantly built using two Half Adders and one OR gate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beautifully modular design.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62" y="1725613"/>
            <a:ext cx="5945138" cy="44687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4905" y="3742898"/>
            <a:ext cx="1084227" cy="74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Three-component Full Adder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06838" y="5033480"/>
            <a:ext cx="1612980" cy="24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2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06838" y="5351924"/>
            <a:ext cx="1612980" cy="35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Inputs S1 and Cin produce Sum and C2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25266" y="5033480"/>
            <a:ext cx="1612980" cy="24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 Gate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25266" y="5351924"/>
            <a:ext cx="1612980" cy="35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C1 and C2 to produce Cout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4015" y="2102468"/>
            <a:ext cx="1657055" cy="24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1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294015" y="2420912"/>
            <a:ext cx="1657055" cy="35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Inputs A and B produce S1 and C1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1878112"/>
            <a:ext cx="3565138" cy="11276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78595" y="230068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8712776" y="2047776"/>
            <a:ext cx="265403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1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12776" y="2403078"/>
            <a:ext cx="26540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+ B → produces intermediate Sum </a:t>
            </a: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S1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Carry </a:t>
            </a: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C1</a:t>
            </a:r>
            <a:endParaRPr lang="en-US" sz="11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3125688"/>
            <a:ext cx="3565138" cy="11276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8595" y="3548261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712776" y="3295352"/>
            <a:ext cx="265403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2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712776" y="3650655"/>
            <a:ext cx="26540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S1 + Cin → produces the final </a:t>
            </a: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Sum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Carry </a:t>
            </a: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C2</a:t>
            </a:r>
            <a:endParaRPr lang="en-US" sz="11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4373265"/>
            <a:ext cx="3565138" cy="11276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78595" y="4795838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8712776" y="4542929"/>
            <a:ext cx="265403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 Gate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712776" y="4898231"/>
            <a:ext cx="26540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C1 OR C2 → produces the final </a:t>
            </a: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Cout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the next stage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971333" y="5635823"/>
            <a:ext cx="3565138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modular approach makes the circuit intuitive to understand and easy to test.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Half Adder vs Full Adder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9909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Which One to Use?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01603"/>
            <a:ext cx="5315512" cy="399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 </a:t>
            </a:r>
            <a:r>
              <a:rPr lang="en-US" sz="7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Half Adder</a:t>
            </a: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when adding just two single bits with no carry-in — ideal for the least significant bit position.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 </a:t>
            </a:r>
            <a:r>
              <a:rPr lang="en-US" sz="750" b="1" dirty="0">
                <a:solidFill>
                  <a:srgbClr val="EC489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Full Adder</a:t>
            </a: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every subsequent bit position in a multi-bit number, where a carry-in from the previous stage must be accounted for.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757414"/>
            <a:ext cx="5315512" cy="375047"/>
          </a:xfrm>
          <a:prstGeom prst="roundRect">
            <a:avLst>
              <a:gd name="adj" fmla="val 3898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841849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26867"/>
            <a:ext cx="490148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Adders chain together to build 4-bit, 8-bit, and wider binary adders — the backbone of every CPU's Arithmetic Logic Unit.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6653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233360" y="1145084"/>
            <a:ext cx="690644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Adder circuits are everywhere — from pocket calculators to billion-transistor processors.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74093"/>
            <a:ext cx="361743" cy="36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3360" y="197425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Binary Arithmetic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233360" y="2266752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operation in all digital systems performing numeric computation.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692698"/>
            <a:ext cx="361743" cy="36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3360" y="319285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ALUs in Processors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233360" y="3485356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Arithmetic Logic Units rely on adder chains to execute every addition instruction.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911302"/>
            <a:ext cx="361743" cy="361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33360" y="4411464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Microcontrollers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233360" y="4703961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Embedded systems use adders for sensor data processing and control logic.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129907"/>
            <a:ext cx="361743" cy="3617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33360" y="563006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Multi-bit Adders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233360" y="5922566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Adders chained in ripple-carry or carry-lookahead configurations enable wide integer arithmetic.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76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Takeaways &amp; 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175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Half Adders and Full Adders are more than just theoretical concepts; they are the fundamental building blocks powering modern digital computation.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29223"/>
            <a:ext cx="3496877" cy="2891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6410" y="297100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5881" y="35851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Fundamental Blocks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993852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Half and Full Adders are essential combinational circuits for implementing binary addition, laying the groundwork for complex logic.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829223"/>
            <a:ext cx="3496877" cy="28911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2294" y="297100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61766" y="35851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of Arithmetic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99385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Adders, by handling carry-in, enable the creation of multi-bit adders, which are critical for all arithmetic operations in CPUs.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829223"/>
            <a:ext cx="3496877" cy="28911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79" y="297100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7650" y="35851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Ubiquitous in Systems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993852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microcontrollers to advanced processors, these adder circuits are integral components, demonstrating the power of modular digital design.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835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Open Sans</vt:lpstr>
      <vt:lpstr>Instrument Sans Medium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harsha nachu</cp:lastModifiedBy>
  <cp:revision>2</cp:revision>
  <dcterms:created xsi:type="dcterms:W3CDTF">2026-09-01T08:10:21Z</dcterms:created>
  <dcterms:modified xsi:type="dcterms:W3CDTF">2026-09-01T08:17:07Z</dcterms:modified>
</cp:coreProperties>
</file>